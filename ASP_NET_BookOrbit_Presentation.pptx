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ASP.NET Project</a:t>
            </a:r>
          </a:p>
          <a:p>
            <a:r>
              <a:t>Book Orbit - Online Book Store</a:t>
            </a:r>
            <a:br/>
            <a:b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/>
          </a:bodyPr>
          <a:lstStyle/>
          <a:p>
            <a:r>
              <a:t>Name - Payal Khunti</a:t>
            </a:r>
          </a:p>
          <a:p>
            <a:r>
              <a:rPr lang="en-US"/>
              <a:t>Subject - 05BC0610</a:t>
            </a:r>
          </a:p>
          <a:p>
            <a:r>
              <a:t>Class - BCA 5(</a:t>
            </a:r>
            <a:r>
              <a:rPr lang="en-US"/>
              <a:t>D</a:t>
            </a:r>
            <a:r>
              <a:t>)</a:t>
            </a:r>
          </a:p>
          <a:p>
            <a:r>
              <a:t>Submitted To - </a:t>
            </a:r>
            <a:r>
              <a:rPr lang="en-US"/>
              <a:t>Jignesh Hirapara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2390" y="233680"/>
            <a:ext cx="5196205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 Orbit is an online book store system designed for purchasing books. Instead of visiting a shop, customers can browse books, add them to cart, and purchase online. The system is developed using ASP.NET Web 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-&gt; To provide an easy platform for buying books online.</a:t>
            </a:r>
          </a:p>
          <a:p>
            <a:r>
              <a:t>-&gt; To save customers’ time and effort.</a:t>
            </a:r>
          </a:p>
          <a:p>
            <a:r>
              <a:t>-&gt; To maintain digital records of books and reviews.</a:t>
            </a:r>
          </a:p>
          <a:p>
            <a:r>
              <a:t>-&gt; To ensure user-friendly navigation.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follows a 3-tier architecture:</a:t>
            </a:r>
          </a:p>
          <a:p>
            <a:r>
              <a:t>-&gt; Presentation Layer: ASPX pages (Login, Default, Cart, Reviews, Checkout)</a:t>
            </a:r>
          </a:p>
          <a:p>
            <a:r>
              <a:t>-&gt; Business Logic Layer: C# CodeBehind for handling user actions</a:t>
            </a:r>
          </a:p>
          <a:p>
            <a:r>
              <a:t>-&gt; Data Layer: SQL Server for storing user data, books, and reviews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-&gt; Login Module: Authenticates users</a:t>
            </a:r>
          </a:p>
          <a:p>
            <a:r>
              <a:t>-&gt; Book Browsing Module: Displays books</a:t>
            </a:r>
          </a:p>
          <a:p>
            <a:r>
              <a:t>-&gt; Cart Module: Manages selected books</a:t>
            </a:r>
          </a:p>
          <a:p>
            <a:r>
              <a:t>-&gt; Review Module: Stores and displays reviews</a:t>
            </a:r>
          </a:p>
          <a:p>
            <a:r>
              <a:t>-&gt; Checkout Module: Completes purchase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-&gt; User Login/Register</a:t>
            </a:r>
          </a:p>
          <a:p>
            <a:r>
              <a:t>-&gt; Browse and Search Books</a:t>
            </a:r>
          </a:p>
          <a:p>
            <a:r>
              <a:t>-&gt; Add to Cart System</a:t>
            </a:r>
          </a:p>
          <a:p>
            <a:r>
              <a:t>-&gt; Shopping Cart Page</a:t>
            </a:r>
          </a:p>
          <a:p>
            <a:r>
              <a:t>-&gt; Review &amp; Rating System</a:t>
            </a:r>
          </a:p>
          <a:p>
            <a:r>
              <a:t>-&gt; Checkout Page with Thank You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Tables:</a:t>
            </a:r>
          </a:p>
          <a:p>
            <a:r>
              <a:t>-&gt; Users: Stores login credentials and user info</a:t>
            </a:r>
          </a:p>
          <a:p>
            <a:r>
              <a:t>-&gt; Books: Contains book details (Id, Title, Price)</a:t>
            </a:r>
          </a:p>
          <a:p>
            <a:r>
              <a:t>-&gt; Cart: Tracks books added by users</a:t>
            </a:r>
          </a:p>
          <a:p>
            <a:r>
              <a:t>-&gt; Reviews: Stores user reviews and ratings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-&gt; Saves time and effort for customers.</a:t>
            </a:r>
          </a:p>
          <a:p>
            <a:r>
              <a:t>-&gt; Allows book shopping from home.</a:t>
            </a:r>
          </a:p>
          <a:p>
            <a:r>
              <a:t>-&gt; Provides review &amp; rating option.</a:t>
            </a:r>
          </a:p>
          <a:p>
            <a:r>
              <a:t>-&gt; Simple to manage books and cart.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-&gt; Technology Used: ASP.NET Web Forms, C#, SQL Server, HTML, CSS, JavaScript</a:t>
            </a:r>
          </a:p>
          <a:p>
            <a:r>
              <a:t>-&gt; Users: </a:t>
            </a:r>
          </a:p>
          <a:p>
            <a:r>
              <a:t>   Customers – Buy books online</a:t>
            </a:r>
          </a:p>
          <a:p>
            <a:r>
              <a:t>   Admin – Manages books, categories, and orders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-&gt; Integration with online payment gateways</a:t>
            </a:r>
          </a:p>
          <a:p>
            <a:r>
              <a:t>-&gt; Book recommendation system</a:t>
            </a:r>
          </a:p>
          <a:p>
            <a:r>
              <a:t>-&gt; Admin dashboard with reports</a:t>
            </a:r>
          </a:p>
          <a:p>
            <a:r>
              <a:t>-&gt; Mobile-friendly responsive design</a:t>
            </a:r>
          </a:p>
          <a:p>
            <a:r>
              <a:t>-&gt; Advanced search and filtering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 Orbit is a simple and effective platform for purchasing books online. It helps customers shop quickly and comfortably while enabling the admin to manage the store easily.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778635"/>
            <a:ext cx="8229600" cy="4525963"/>
          </a:xfrm>
        </p:spPr>
        <p:txBody>
          <a:bodyPr/>
          <a:lstStyle/>
          <a:p>
            <a:r>
              <a:t>Visit Again - Book Orbit 📚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6625" y="4860925"/>
            <a:ext cx="5146040" cy="11728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2128</Words>
  <Application>WPS Presentation</Application>
  <PresentationFormat>On-screen Show (4:3)</PresentationFormat>
  <Paragraphs>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Book Orbit - Online Book Store</vt:lpstr>
      <vt:lpstr>Introduction</vt:lpstr>
      <vt:lpstr>Objectives</vt:lpstr>
      <vt:lpstr>System Architecture</vt:lpstr>
      <vt:lpstr>Modules</vt:lpstr>
      <vt:lpstr>Features</vt:lpstr>
      <vt:lpstr>Database Structure</vt:lpstr>
      <vt:lpstr>Advantages</vt:lpstr>
      <vt:lpstr>Other Details</vt:lpstr>
      <vt:lpstr>Future Enhancements</vt:lpstr>
      <vt:lpstr>Conclusion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PAYAL KHUNTI</cp:lastModifiedBy>
  <cp:revision>3</cp:revision>
  <dcterms:created xsi:type="dcterms:W3CDTF">2013-01-27T09:14:00Z</dcterms:created>
  <dcterms:modified xsi:type="dcterms:W3CDTF">2025-08-24T12:03:55Z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80AA3D1900F645C78165443BA450A045_12</vt:lpwstr>
  </property>
  <property fmtid="{D5CDD505-2E9C-101B-9397-08002B2CF9AE}" pid="3" name="KSOProductBuildVer">
    <vt:lpwstr>1033-12.2.0.21931</vt:lpwstr>
  </property>
</Properties>
</file>